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332" r:id="rId5"/>
    <p:sldId id="343" r:id="rId6"/>
    <p:sldId id="344" r:id="rId7"/>
    <p:sldId id="333" r:id="rId8"/>
    <p:sldId id="346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5" r:id="rId18"/>
  </p:sldIdLst>
  <p:sldSz cx="12192000" cy="6858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j+QiY8+tGDTQhqpku5UfwX1jy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84C3D5-BA56-4CB6-A2EC-A6B4E8D0C348}">
  <a:tblStyle styleId="{B584C3D5-BA56-4CB6-A2EC-A6B4E8D0C3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59" autoAdjust="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574575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8574575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98574575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1431607" y="2625077"/>
            <a:ext cx="9702017" cy="918223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IN" sz="40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Exception Handling 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741" y="5601409"/>
            <a:ext cx="3832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Nilesh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Ghavate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Trainer</a:t>
            </a:r>
          </a:p>
          <a:p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CSE AIDS </a:t>
            </a:r>
            <a:r>
              <a:rPr lang="en-US" sz="15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7" y="1"/>
            <a:ext cx="4402205" cy="871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86203" y="166858"/>
            <a:ext cx="300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PROGRAMMING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857457505_0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7" name="Google Shape;97;g39857457505_0_0"/>
          <p:cNvGraphicFramePr/>
          <p:nvPr/>
        </p:nvGraphicFramePr>
        <p:xfrm>
          <a:off x="4879584" y="742909"/>
          <a:ext cx="2337775" cy="476225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233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Google Shape;98;g39857457505_0_0"/>
          <p:cNvGraphicFramePr/>
          <p:nvPr>
            <p:extLst>
              <p:ext uri="{D42A27DB-BD31-4B8C-83A1-F6EECF244321}">
                <p14:modId xmlns:p14="http://schemas.microsoft.com/office/powerpoint/2010/main" val="3656505230"/>
              </p:ext>
            </p:extLst>
          </p:nvPr>
        </p:nvGraphicFramePr>
        <p:xfrm>
          <a:off x="2512859" y="1845580"/>
          <a:ext cx="7166300" cy="100586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3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Subject/Course</a:t>
                      </a:r>
                      <a:endParaRPr sz="1800" b="1" u="none" strike="noStrike" cap="none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Java</a:t>
                      </a:r>
                      <a:r>
                        <a:rPr lang="en-US" sz="1800" b="1" u="none" strike="noStrike" cap="none" baseline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 Programming/ </a:t>
                      </a:r>
                      <a:r>
                        <a:rPr lang="en-US" sz="1800" b="1" u="none" strike="noStrike" cap="none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Exception</a:t>
                      </a:r>
                      <a:r>
                        <a:rPr lang="en-US" sz="1800" b="1" u="none" strike="noStrike" cap="none" baseline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 Handling in Java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Title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1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Exception</a:t>
                      </a:r>
                      <a:r>
                        <a:rPr lang="en-IN" sz="1800" b="1" baseline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 Handling</a:t>
                      </a:r>
                      <a:endParaRPr sz="18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Google Shape;99;g39857457505_0_0"/>
          <p:cNvGraphicFramePr/>
          <p:nvPr>
            <p:extLst>
              <p:ext uri="{D42A27DB-BD31-4B8C-83A1-F6EECF244321}">
                <p14:modId xmlns:p14="http://schemas.microsoft.com/office/powerpoint/2010/main" val="953695895"/>
              </p:ext>
            </p:extLst>
          </p:nvPr>
        </p:nvGraphicFramePr>
        <p:xfrm>
          <a:off x="1524006" y="3477842"/>
          <a:ext cx="10063950" cy="2140825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100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Objectives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rtl="0" fontAlgn="base"/>
                      <a:r>
                        <a:rPr lang="en-IN" sz="18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Errors and Exceptions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try-catch Block  , finally Block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throw and throws Keywords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Custom Exceptions</a:t>
                      </a:r>
                      <a:r>
                        <a:rPr lang="en-US" sz="18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  ,  </a:t>
                      </a:r>
                      <a:r>
                        <a:rPr lang="en-US" sz="18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  <a:sym typeface="Arial"/>
                        </a:rPr>
                        <a:t>Exception Handling Best Practices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8152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838200" y="147260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Errors and Exceptions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Checked and Unchecked Exceptions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try-catch Block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Multiple catch Blocks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finally Block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throw and throws Keywords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Custom Exceptions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Exception Handling Best Practices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4880" y="1259409"/>
            <a:ext cx="9890760" cy="374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Exception Handling</a:t>
            </a:r>
          </a:p>
          <a:p>
            <a:pPr marL="342900" indent="-342900" fontAlgn="base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an unexpected event that occurs during program execution.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interrupts the normal flow of a program.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Exception handling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allows us to detect and handle these problems.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helps make programs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reliable, robust, and user-friendly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provides several keywords for handling exceptions: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80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80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catch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80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finally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80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throw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880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throws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89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of Exception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Handling</a:t>
            </a:r>
          </a:p>
          <a:p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Prevents unexpected program termination.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Separates error-handling code from normal code.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program reliability.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Makes debugging easier.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meaningful error messages.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Helps maintain clean and readable code.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Allows programs to recover from certain runtime problems.</a:t>
            </a:r>
          </a:p>
        </p:txBody>
      </p:sp>
    </p:spTree>
    <p:extLst>
      <p:ext uri="{BB962C8B-B14F-4D97-AF65-F5344CB8AC3E}">
        <p14:creationId xmlns:p14="http://schemas.microsoft.com/office/powerpoint/2010/main" val="244709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22620" y="1109246"/>
            <a:ext cx="1166056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Disadvantages of Exception Handling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Makes code more complex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Using try, catch, finally, etc. can make programs longer and harder to read.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Performance overhead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Handling exceptions can be slower than normal program execution, especially when exceptions occur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frequently.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Difficult debugging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Poorly handled exceptions can hide the actual cause of a problem.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Too many exceptions can clutter 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Using many try-catch blocks can make the program difficult to maintain.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Improper handling may cause problems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an exception is caught but ignored, errors may go unnoticed.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0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989076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Errors and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Exceptions</a:t>
            </a:r>
          </a:p>
          <a:p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Serious problems that generally cannot be handled by the application.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Usually caused by the JVM or system environment.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Examples:</a:t>
            </a: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OutOfMemoryError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StackOverflowError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Exceptions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Problems that can often be detected and handled by the program.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Examples:</a:t>
            </a: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NullPointerException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IOException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19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98907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/>
            </a:r>
            <a:br>
              <a:rPr lang="en-US" smtClean="0"/>
            </a:b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108" y="1322363"/>
            <a:ext cx="9114692" cy="4804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847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Checked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Exceptions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Checked exceptions are checked by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compiler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at compile time.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programmer must either:</a:t>
            </a:r>
          </a:p>
          <a:p>
            <a:pPr marL="3429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Handle them using try-catch, or</a:t>
            </a:r>
          </a:p>
          <a:p>
            <a:pPr marL="3429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Declare them using throws.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Common examples:</a:t>
            </a:r>
          </a:p>
          <a:p>
            <a:pPr marL="342900" lvl="1" indent="-342900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IOException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SQLException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fontAlgn="base">
              <a:buFont typeface="Wingdings" panose="05000000000000000000" pitchFamily="2" charset="2"/>
              <a:buChar char="q"/>
            </a:pP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FileNotFoundException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import java.io.*;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Demo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public static void main(String[]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 throws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IOException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FileReader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 = new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FileReader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("data.txt");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3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Unchecked </a:t>
            </a:r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Exceptions</a:t>
            </a:r>
          </a:p>
          <a:p>
            <a:pPr algn="just"/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Unchecked exceptions occur mainly at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runtime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They are subclasses of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RuntimeException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compiler does not require them to be explicitly handled.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Common examples:</a:t>
            </a: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NullPointerException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ArrayIndexOutOfBoundsException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 fontAlgn="base">
              <a:buFont typeface="Wingdings" panose="05000000000000000000" pitchFamily="2" charset="2"/>
              <a:buChar char="q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NumberFormatException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 = 10 / 0;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causes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3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try-catch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Block</a:t>
            </a:r>
          </a:p>
          <a:p>
            <a:pPr algn="just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try block contains code that may cause an exception.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catch block handles the exception.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prevents abnormal termination of the program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try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result = 10 / 0;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catch 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e)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("Cannot divide by zero");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Flow:</a:t>
            </a:r>
            <a:b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try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------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exception occurs  --------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catch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handles exception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5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Multiple catch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Blocks</a:t>
            </a:r>
          </a:p>
          <a:p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 single try block can have multiple catch blocks.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Each catch block handles a different type of exception.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More specific exceptions should generally be caught before broader ones.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try {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[] numbers = {1, 2, 3};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(numbers[5]);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catch 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e) {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("Arithmetic error");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catch 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ArrayIndexOutOfBoundsException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e) {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("Array index error");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catch (Exception e) {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("Some other error");</a:t>
            </a: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81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finally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Block</a:t>
            </a:r>
          </a:p>
          <a:p>
            <a:pPr algn="just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finally block is used for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cleanup operations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normally executes whether an exception occurs or not.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Commonly used to:</a:t>
            </a:r>
          </a:p>
          <a:p>
            <a:pPr marL="342900" lvl="1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Close files</a:t>
            </a:r>
          </a:p>
          <a:p>
            <a:pPr marL="342900" lvl="1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Release resources</a:t>
            </a:r>
          </a:p>
          <a:p>
            <a:pPr marL="342900" lvl="1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Close database connections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try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("Try block");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catch (Exception e)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("Exception occurred");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finally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("Cleanup code");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42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throw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Keyword</a:t>
            </a:r>
          </a:p>
          <a:p>
            <a:pPr algn="just"/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throw keyword is used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explicitly throw an 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useful when a programmer wants to create an exception based on a specific condition.</a:t>
            </a:r>
          </a:p>
          <a:p>
            <a:pPr algn="just"/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age = 15;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(age &lt; 18)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throw new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IllegalArgumentException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("Age must be 18 or above");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Key point:</a:t>
            </a:r>
            <a:b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throw is used to actually throw a specific exception object.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0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66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throws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Keyword</a:t>
            </a:r>
          </a:p>
          <a:p>
            <a:pPr algn="just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throws keyword is used in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method declaration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indicates that a method may pass an exception to its caller.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especially useful for checked exceptions.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void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readFile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() throws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IOException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FileReader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file = new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FileReader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("data.txt");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Difference: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throw → explicitly throws an exception.</a:t>
            </a:r>
          </a:p>
          <a:p>
            <a:pPr algn="just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throws → declares possible exceptions.</a:t>
            </a:r>
          </a:p>
        </p:txBody>
      </p:sp>
    </p:spTree>
    <p:extLst>
      <p:ext uri="{BB962C8B-B14F-4D97-AF65-F5344CB8AC3E}">
        <p14:creationId xmlns:p14="http://schemas.microsoft.com/office/powerpoint/2010/main" val="388419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2020" y="887135"/>
            <a:ext cx="1064514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 Custom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Exceptions</a:t>
            </a:r>
          </a:p>
          <a:p>
            <a:pPr algn="just"/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custom 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a user-defined exception.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created by extending Exception or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RuntimeException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Useful for application-specific errors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InvalidAgeException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extends Exception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InvalidAgeException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(String message)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super(message);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pPr algn="just"/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Using the custom exception: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(age &lt; 18) {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throw new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InvalidAgeException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("Not eligible");</a:t>
            </a:r>
          </a:p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2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5340" y="635340"/>
            <a:ext cx="1064514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Exception Handling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 </a:t>
            </a: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Example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try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= 10;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 = 0;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result = a / b;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(result);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catch 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ArithmeticException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("Error: Division by zero");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finally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("Program completed");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   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22820" y="5368528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Error: Division by zero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Program completed</a:t>
            </a:r>
          </a:p>
        </p:txBody>
      </p:sp>
    </p:spTree>
    <p:extLst>
      <p:ext uri="{BB962C8B-B14F-4D97-AF65-F5344CB8AC3E}">
        <p14:creationId xmlns:p14="http://schemas.microsoft.com/office/powerpoint/2010/main" val="191869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1137</Words>
  <Application>Microsoft Office PowerPoint</Application>
  <PresentationFormat>Widescreen</PresentationFormat>
  <Paragraphs>214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Times New Roman</vt:lpstr>
      <vt:lpstr>Cambria</vt:lpstr>
      <vt:lpstr>Calibri</vt:lpstr>
      <vt:lpstr>Arial</vt:lpstr>
      <vt:lpstr>Wingdings</vt:lpstr>
      <vt:lpstr>Office Theme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UNIT:- 02</dc:title>
  <dc:creator>admin</dc:creator>
  <cp:lastModifiedBy>MyLappy</cp:lastModifiedBy>
  <cp:revision>97</cp:revision>
  <dcterms:created xsi:type="dcterms:W3CDTF">2024-12-30T07:42:19Z</dcterms:created>
  <dcterms:modified xsi:type="dcterms:W3CDTF">2026-09-17T17:28:08Z</dcterms:modified>
</cp:coreProperties>
</file>